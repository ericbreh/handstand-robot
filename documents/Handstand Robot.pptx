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73" autoAdjust="0"/>
    <p:restoredTop sz="94660"/>
  </p:normalViewPr>
  <p:slideViewPr>
    <p:cSldViewPr snapToGrid="0">
      <p:cViewPr varScale="1">
        <p:scale>
          <a:sx n="93" d="100"/>
          <a:sy n="93" d="100"/>
        </p:scale>
        <p:origin x="465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2E6B-060E-450D-BD63-391243F8E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7D108A-1796-4C12-A9CB-C522FC504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EF351-1224-472F-8F09-40338B645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1A4FB-A652-4B53-AB2A-1BAEBB39E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1C2B4-F1FC-4CB7-8CBB-33F1C7952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63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E3E8E-FAD8-4031-8E29-DB82B3C3C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B1117-1DE5-4432-8429-26A509C11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158FD-03F4-4E5A-98AC-3CD34F88F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98F47-3D64-4297-AC95-3C3754189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204F6-C965-48F8-BFA5-822C7EC57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4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7B5C-06AD-4AF7-A326-8FBAA8BA2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A5DB8-A328-4739-AB92-8AC45E435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25213-EDB9-413B-96E9-F14D7818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43A2E-E628-44A2-8DEA-3C4F707AB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A1A5D-C671-46F1-AE8F-4D40037F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57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7AA5C-2C48-4593-8696-FC171136D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FC681-35C3-4E07-BBD3-C3D3C75D9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08C78-AB76-4F47-96CD-234966B97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E3363-0143-46F9-A248-97858934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AD0C1-C9A2-46EC-8E59-CEC3676F6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33323-23DA-4B7E-963A-F2146C62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14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A4F42-1856-4F8B-9003-2AF66A018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AC621-5B29-4A63-AFEC-003579FAC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32C2E-E952-4B2E-A0D1-3EFFCF146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400685-9C9D-43E2-8969-DF1254BED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E34A13-B047-4F1A-A278-3052EDBD5F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C47EA2-F6F3-4FCA-9D69-CB40BCD3F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997EAE-1C7C-41F7-A23B-EE6C8ED14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46597-E51F-431C-B925-825CBEDF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22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DE5F-160C-4840-9032-E9BDD8CF5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A0909-122C-4180-BF32-7340D0E5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F72418-B516-4CFC-BA88-F42F11F2C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FCEFB-7BBC-4C0C-8CA7-CB84990F6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1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69049C-F356-4FB8-8A36-1EA554BA3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CB8116-88A6-428F-82B4-FA860FA09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F710D-2ACF-4EFB-B506-6A071D3C5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80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8E258-5487-4F24-8226-9696A6345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C66BA-9533-4B0B-9851-7176DD0AB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62B0A-6DB9-4B14-8F51-7C09BCFF2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1C5A0-C65A-4FA2-A1E1-15FD7214B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93436-4B44-4AD5-850C-9D82D71C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8E454-5E00-447B-80C0-0AE9348F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88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38B9D-653B-46D4-845A-B5D6F6F23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3481B3-A267-49DC-A49A-25AE0AF59F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BA17F-072F-47D0-A498-BA177AFA9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CC855-B217-4237-BDD3-888E9FE14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02A08-A68F-4855-84BF-61267F959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FDBA0-9F6A-45DC-9625-8E3ADA0D0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19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6ADF0-2E24-4ACD-98A1-A4E0C12AE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38636-22F0-450F-9A99-35C4DC8BF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CAD21-BBE4-4D7C-9DFD-C5D937BD3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60F2F-1C4B-4C01-97EB-93D9351F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41691-95B8-4843-92E8-ADE82F55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6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E7CBF-8DB7-4A66-B47F-54024B4315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D8B20-0F6C-453A-BC56-2A34EDFAA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229C6-9A1A-4E33-AB21-B7059EB8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8337A-FD02-416D-9B6B-4CD2B99E8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8DB68-E21B-4200-8273-FB4857AA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6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82480D-9C1F-4AE9-B105-48DBF4E5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79EB6-D656-41D3-8259-AD4E5C20A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12187-09B7-438A-A4EC-E7F00067A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63AE1-DF6F-4789-B3AE-6AC75FF5348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590AD-E47E-43D3-B11D-9D1DC7F01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6DA60-A612-46D8-A9F8-29BAB35E13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D6250-663E-47E5-A385-E3A8A8DE2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511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3192D-5807-412B-A0E1-9AE96BF73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Handstand Robot </a:t>
            </a:r>
            <a:br>
              <a:rPr lang="en-US" dirty="0"/>
            </a:br>
            <a:r>
              <a:rPr lang="en-US" sz="2400" dirty="0"/>
              <a:t>Jason Abi Chebli, Andrew Tai, Eric Chuang, Eric Foss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6878E-3857-4D96-9761-FC95647F4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5509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Goals</a:t>
            </a:r>
          </a:p>
          <a:p>
            <a:pPr lvl="1"/>
            <a:r>
              <a:rPr lang="en-US" dirty="0"/>
              <a:t>Create a 7-link robot that can go from standing to handstand</a:t>
            </a:r>
          </a:p>
          <a:p>
            <a:pPr lvl="1"/>
            <a:r>
              <a:rPr lang="en-US" dirty="0"/>
              <a:t>This will be done using classical controls as well as reinforcement learning</a:t>
            </a:r>
          </a:p>
          <a:p>
            <a:pPr lvl="1"/>
            <a:r>
              <a:rPr lang="en-US" dirty="0"/>
              <a:t>A comparison between the efficiency, torque inputs will be done</a:t>
            </a:r>
          </a:p>
          <a:p>
            <a:pPr lvl="1"/>
            <a:endParaRPr lang="en-US" dirty="0"/>
          </a:p>
          <a:p>
            <a:r>
              <a:rPr lang="en-US" dirty="0"/>
              <a:t>Stretch Goal (if any)</a:t>
            </a:r>
          </a:p>
          <a:p>
            <a:pPr lvl="1"/>
            <a:r>
              <a:rPr lang="en-US" dirty="0"/>
              <a:t>After achieving a handstand, make the robot walk forward on its hands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5315D6-1AFE-48FD-92EC-03F1F6FC4E4D}"/>
              </a:ext>
            </a:extLst>
          </p:cNvPr>
          <p:cNvSpPr/>
          <p:nvPr/>
        </p:nvSpPr>
        <p:spPr>
          <a:xfrm>
            <a:off x="8234362" y="1111250"/>
            <a:ext cx="3119438" cy="35988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44E4EA-D899-6F0C-32D5-4B8C12FC3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4728" y="1690688"/>
            <a:ext cx="2958705" cy="236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634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10068</TotalTime>
  <Words>69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Handstand Robot  Jason Abi Chebli, Andrew Tai, Eric Chuang, Eric Foss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Title Team Member Names</dc:title>
  <dc:creator>Koushil</dc:creator>
  <cp:lastModifiedBy>Jason Abi Chebli</cp:lastModifiedBy>
  <cp:revision>5</cp:revision>
  <dcterms:created xsi:type="dcterms:W3CDTF">2020-11-05T15:35:56Z</dcterms:created>
  <dcterms:modified xsi:type="dcterms:W3CDTF">2025-11-06T02:02:56Z</dcterms:modified>
</cp:coreProperties>
</file>